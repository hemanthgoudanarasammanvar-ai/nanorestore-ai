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39A6-F36D-40EC-9C40-978F7891C0D3}" v="2" dt="2026-07-23T09:22:50.497"/>
    <p1510:client id="{99BAD0F8-86B1-4B0E-B507-B635FB6532E1}" v="1" dt="2026-07-24T04:49:31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10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ter Institutional Inclusive  Innovations Center" userId="8f0f2a58-4f3c-47a5-9304-113b24e1e584" providerId="ADAL" clId="{7C429524-839A-4DDC-9EAA-B9B6CA7C8F65}"/>
    <pc:docChg chg="undo custSel modSld addMainMaster delMainMaster modMainMaster">
      <pc:chgData name="Inter Institutional Inclusive  Innovations Center" userId="8f0f2a58-4f3c-47a5-9304-113b24e1e584" providerId="ADAL" clId="{7C429524-839A-4DDC-9EAA-B9B6CA7C8F65}" dt="2026-07-24T04:52:03.139" v="215" actId="20577"/>
      <pc:docMkLst>
        <pc:docMk/>
      </pc:docMkLst>
      <pc:sldChg chg="addSp delSp modSp mod">
        <pc:chgData name="Inter Institutional Inclusive  Innovations Center" userId="8f0f2a58-4f3c-47a5-9304-113b24e1e584" providerId="ADAL" clId="{7C429524-839A-4DDC-9EAA-B9B6CA7C8F65}" dt="2026-07-24T04:52:03.139" v="215" actId="20577"/>
        <pc:sldMkLst>
          <pc:docMk/>
          <pc:sldMk cId="0" sldId="256"/>
        </pc:sldMkLst>
        <pc:spChg chg="mod">
          <ac:chgData name="Inter Institutional Inclusive  Innovations Center" userId="8f0f2a58-4f3c-47a5-9304-113b24e1e584" providerId="ADAL" clId="{7C429524-839A-4DDC-9EAA-B9B6CA7C8F65}" dt="2026-07-24T04:52:03.139" v="215" actId="20577"/>
          <ac:spMkLst>
            <pc:docMk/>
            <pc:sldMk cId="0" sldId="256"/>
            <ac:spMk id="12" creationId="{00000000-0000-0000-0000-000000000000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19.958" v="117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49:50.859" v="169" actId="1076"/>
          <ac:picMkLst>
            <pc:docMk/>
            <pc:sldMk cId="0" sldId="256"/>
            <ac:picMk id="5" creationId="{8BB4234F-3583-BFF9-C279-17614D0CF451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4T04:49:34.965" v="164" actId="478"/>
          <ac:picMkLst>
            <pc:docMk/>
            <pc:sldMk cId="0" sldId="256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8:56.841" v="162" actId="478"/>
          <ac:picMkLst>
            <pc:docMk/>
            <pc:sldMk cId="0" sldId="256"/>
            <ac:picMk id="21" creationId="{39800F03-85D7-C539-AC1F-E617F255427D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18.033" v="116" actId="478"/>
          <ac:picMkLst>
            <pc:docMk/>
            <pc:sldMk cId="0" sldId="256"/>
            <ac:picMk id="24" creationId="{49E19F6C-7A17-044F-4D35-5AE5900A884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03.416" v="173" actId="1076"/>
        <pc:sldMkLst>
          <pc:docMk/>
          <pc:sldMk cId="0" sldId="257"/>
        </pc:sldMkLst>
        <pc:spChg chg="del">
          <ac:chgData name="Inter Institutional Inclusive  Innovations Center" userId="8f0f2a58-4f3c-47a5-9304-113b24e1e584" providerId="ADAL" clId="{7C429524-839A-4DDC-9EAA-B9B6CA7C8F65}" dt="2026-07-23T09:23:50.752" v="142" actId="478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3:55" v="144" actId="1076"/>
          <ac:spMkLst>
            <pc:docMk/>
            <pc:sldMk cId="0" sldId="257"/>
            <ac:spMk id="70" creationId="{780937B3-EB04-4CBA-C636-AF115BC1E358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34.301" v="122" actId="478"/>
          <ac:picMkLst>
            <pc:docMk/>
            <pc:sldMk cId="0" sldId="257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03.416" v="173" actId="1076"/>
          <ac:picMkLst>
            <pc:docMk/>
            <pc:sldMk cId="0" sldId="257"/>
            <ac:picMk id="5" creationId="{5F67FE6B-8CE4-2744-DE3C-E456350E62E4}"/>
          </ac:picMkLst>
        </pc:picChg>
        <pc:picChg chg="add del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" creationId="{00000000-0000-0000-0000-000000000000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36.011" v="123" actId="478"/>
          <ac:picMkLst>
            <pc:docMk/>
            <pc:sldMk cId="0" sldId="257"/>
            <ac:picMk id="67" creationId="{C1D8EFAA-60C4-F885-3CF5-29E5275B845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8" creationId="{923CF78D-2057-EB74-919F-879D8B37DC53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9.267" v="171" actId="478"/>
          <ac:picMkLst>
            <pc:docMk/>
            <pc:sldMk cId="0" sldId="257"/>
            <ac:picMk id="72" creationId="{E669829C-7B29-A7D1-ED99-C5F19C5072C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7.485" v="170" actId="478"/>
          <ac:picMkLst>
            <pc:docMk/>
            <pc:sldMk cId="0" sldId="257"/>
            <ac:picMk id="74" creationId="{BEAA2AA5-66C7-EAD6-3C1C-DA0576C000F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0.912" v="177" actId="1076"/>
        <pc:sldMkLst>
          <pc:docMk/>
          <pc:sldMk cId="0" sldId="258"/>
        </pc:sldMkLst>
        <pc:spChg chg="del">
          <ac:chgData name="Inter Institutional Inclusive  Innovations Center" userId="8f0f2a58-4f3c-47a5-9304-113b24e1e584" providerId="ADAL" clId="{7C429524-839A-4DDC-9EAA-B9B6CA7C8F65}" dt="2026-07-23T09:24:02.229" v="145" actId="478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4:05.052" v="147" actId="1076"/>
          <ac:spMkLst>
            <pc:docMk/>
            <pc:sldMk cId="0" sldId="258"/>
            <ac:spMk id="22" creationId="{8B3789FB-4EC6-29BB-8AB4-B514BCE88A9C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10.912" v="177" actId="1076"/>
          <ac:picMkLst>
            <pc:docMk/>
            <pc:sldMk cId="0" sldId="258"/>
            <ac:picMk id="5" creationId="{AFA5626A-1768-0BB6-2B3B-C29607998D96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8.485" v="175" actId="478"/>
          <ac:picMkLst>
            <pc:docMk/>
            <pc:sldMk cId="0" sldId="258"/>
            <ac:picMk id="24" creationId="{AE24B99B-8E01-F8B4-8ED1-D996CB7F0C9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6.767" v="174" actId="478"/>
          <ac:picMkLst>
            <pc:docMk/>
            <pc:sldMk cId="0" sldId="258"/>
            <ac:picMk id="26" creationId="{D2A8A9BE-1E15-DD99-FB54-E04C51A447DD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8.005" v="181" actId="1076"/>
        <pc:sldMkLst>
          <pc:docMk/>
          <pc:sldMk cId="0" sldId="259"/>
        </pc:sldMkLst>
        <pc:spChg chg="add mod">
          <ac:chgData name="Inter Institutional Inclusive  Innovations Center" userId="8f0f2a58-4f3c-47a5-9304-113b24e1e584" providerId="ADAL" clId="{7C429524-839A-4DDC-9EAA-B9B6CA7C8F65}" dt="2026-07-23T09:24:11.057" v="149" actId="1076"/>
          <ac:spMkLst>
            <pc:docMk/>
            <pc:sldMk cId="0" sldId="259"/>
            <ac:spMk id="25" creationId="{82B7216B-04F1-E2CC-935F-9AA2CE5B9E4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18.005" v="181" actId="1076"/>
          <ac:picMkLst>
            <pc:docMk/>
            <pc:sldMk cId="0" sldId="259"/>
            <ac:picMk id="26" creationId="{7743FE56-9400-E309-F93C-96E3C8B4AF8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5.027" v="179" actId="478"/>
          <ac:picMkLst>
            <pc:docMk/>
            <pc:sldMk cId="0" sldId="259"/>
            <ac:picMk id="27" creationId="{B357A1E6-99F0-E990-223D-B058F179008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3.204" v="178" actId="478"/>
          <ac:picMkLst>
            <pc:docMk/>
            <pc:sldMk cId="0" sldId="259"/>
            <ac:picMk id="29" creationId="{9072229F-1CE5-750A-DBFD-9C4A88BAFE15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28.242" v="186" actId="1076"/>
        <pc:sldMkLst>
          <pc:docMk/>
          <pc:sldMk cId="0" sldId="260"/>
        </pc:sldMkLst>
        <pc:spChg chg="add mod">
          <ac:chgData name="Inter Institutional Inclusive  Innovations Center" userId="8f0f2a58-4f3c-47a5-9304-113b24e1e584" providerId="ADAL" clId="{7C429524-839A-4DDC-9EAA-B9B6CA7C8F65}" dt="2026-07-23T09:24:18.395" v="151" actId="1076"/>
          <ac:spMkLst>
            <pc:docMk/>
            <pc:sldMk cId="0" sldId="260"/>
            <ac:spMk id="22" creationId="{50164B49-38DE-6195-0A8B-DC6EC6DA245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28.242" v="186" actId="1076"/>
          <ac:picMkLst>
            <pc:docMk/>
            <pc:sldMk cId="0" sldId="260"/>
            <ac:picMk id="23" creationId="{18A68BD0-3127-AC0B-80B4-CA2643B37A2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3.735" v="183" actId="478"/>
          <ac:picMkLst>
            <pc:docMk/>
            <pc:sldMk cId="0" sldId="260"/>
            <ac:picMk id="24" creationId="{3A18E54B-D9A5-D8F4-1F47-CC79C92D1FC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1.102" v="182" actId="478"/>
          <ac:picMkLst>
            <pc:docMk/>
            <pc:sldMk cId="0" sldId="260"/>
            <ac:picMk id="26" creationId="{EFBAF213-417A-8EA4-B3CD-8E1992EDDC8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35.583" v="190" actId="1076"/>
        <pc:sldMkLst>
          <pc:docMk/>
          <pc:sldMk cId="0" sldId="261"/>
        </pc:sldMkLst>
        <pc:spChg chg="add mod">
          <ac:chgData name="Inter Institutional Inclusive  Innovations Center" userId="8f0f2a58-4f3c-47a5-9304-113b24e1e584" providerId="ADAL" clId="{7C429524-839A-4DDC-9EAA-B9B6CA7C8F65}" dt="2026-07-23T09:24:23.028" v="153" actId="1076"/>
          <ac:spMkLst>
            <pc:docMk/>
            <pc:sldMk cId="0" sldId="261"/>
            <ac:spMk id="25" creationId="{BB3A3471-21A6-8A80-8399-32E98C63F186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35.583" v="190" actId="1076"/>
          <ac:picMkLst>
            <pc:docMk/>
            <pc:sldMk cId="0" sldId="261"/>
            <ac:picMk id="26" creationId="{1ADA517E-8996-A444-E540-A2F9B8F98D2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2.232" v="188" actId="478"/>
          <ac:picMkLst>
            <pc:docMk/>
            <pc:sldMk cId="0" sldId="261"/>
            <ac:picMk id="27" creationId="{D9C2C2E0-4D39-89DE-E3C8-3CF1DCD3752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0.421" v="187" actId="478"/>
          <ac:picMkLst>
            <pc:docMk/>
            <pc:sldMk cId="0" sldId="261"/>
            <ac:picMk id="29" creationId="{3BBCC248-868C-340C-0FAD-CA376B1FC8FE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42.239" v="194" actId="1076"/>
        <pc:sldMkLst>
          <pc:docMk/>
          <pc:sldMk cId="0" sldId="262"/>
        </pc:sldMkLst>
        <pc:spChg chg="add mod">
          <ac:chgData name="Inter Institutional Inclusive  Innovations Center" userId="8f0f2a58-4f3c-47a5-9304-113b24e1e584" providerId="ADAL" clId="{7C429524-839A-4DDC-9EAA-B9B6CA7C8F65}" dt="2026-07-23T09:24:26.189" v="155" actId="1076"/>
          <ac:spMkLst>
            <pc:docMk/>
            <pc:sldMk cId="0" sldId="262"/>
            <ac:spMk id="27" creationId="{850BA2BE-D607-619F-6960-A71277019D3B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42.239" v="194" actId="1076"/>
          <ac:picMkLst>
            <pc:docMk/>
            <pc:sldMk cId="0" sldId="262"/>
            <ac:picMk id="28" creationId="{C5D3E59C-FE74-F0BE-9B10-98C8003398B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9.769" v="192" actId="478"/>
          <ac:picMkLst>
            <pc:docMk/>
            <pc:sldMk cId="0" sldId="262"/>
            <ac:picMk id="29" creationId="{D1CD71D8-80DC-E089-7F84-F870CA82999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7.857" v="191" actId="478"/>
          <ac:picMkLst>
            <pc:docMk/>
            <pc:sldMk cId="0" sldId="262"/>
            <ac:picMk id="31" creationId="{32772FAA-6737-736E-57F5-863D0C30C83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13.043" v="199" actId="1076"/>
        <pc:sldMkLst>
          <pc:docMk/>
          <pc:sldMk cId="0" sldId="263"/>
        </pc:sldMkLst>
        <pc:spChg chg="add mod">
          <ac:chgData name="Inter Institutional Inclusive  Innovations Center" userId="8f0f2a58-4f3c-47a5-9304-113b24e1e584" providerId="ADAL" clId="{7C429524-839A-4DDC-9EAA-B9B6CA7C8F65}" dt="2026-07-23T09:24:31.594" v="157" actId="1076"/>
          <ac:spMkLst>
            <pc:docMk/>
            <pc:sldMk cId="0" sldId="263"/>
            <ac:spMk id="31" creationId="{10B6379C-1BCE-6784-4600-934501FC5F9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13.043" v="199" actId="1076"/>
          <ac:picMkLst>
            <pc:docMk/>
            <pc:sldMk cId="0" sldId="263"/>
            <ac:picMk id="32" creationId="{0D18A824-BCDE-0A33-4245-E3C168F9E6DD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6.281" v="196" actId="478"/>
          <ac:picMkLst>
            <pc:docMk/>
            <pc:sldMk cId="0" sldId="263"/>
            <ac:picMk id="33" creationId="{ADD1E958-165B-D6F5-A64F-04FCD64E2147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4.546" v="195" actId="478"/>
          <ac:picMkLst>
            <pc:docMk/>
            <pc:sldMk cId="0" sldId="263"/>
            <ac:picMk id="35" creationId="{6BADDDF0-0612-EB5D-5A8F-EFB7179CFC4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8.815" v="207" actId="1076"/>
        <pc:sldMkLst>
          <pc:docMk/>
          <pc:sldMk cId="0" sldId="267"/>
        </pc:sldMkLst>
        <pc:spChg chg="add mod">
          <ac:chgData name="Inter Institutional Inclusive  Innovations Center" userId="8f0f2a58-4f3c-47a5-9304-113b24e1e584" providerId="ADAL" clId="{7C429524-839A-4DDC-9EAA-B9B6CA7C8F65}" dt="2026-07-23T09:24:40.860" v="161" actId="1076"/>
          <ac:spMkLst>
            <pc:docMk/>
            <pc:sldMk cId="0" sldId="267"/>
            <ac:spMk id="32" creationId="{3E27E131-AC1D-E75C-0267-02565ACC1BC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8.815" v="207" actId="1076"/>
          <ac:picMkLst>
            <pc:docMk/>
            <pc:sldMk cId="0" sldId="267"/>
            <ac:picMk id="33" creationId="{1D876DBE-D402-1B41-B952-69F6F5BF98C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6.339" v="205" actId="478"/>
          <ac:picMkLst>
            <pc:docMk/>
            <pc:sldMk cId="0" sldId="267"/>
            <ac:picMk id="34" creationId="{3207B916-D916-65B2-E15B-7B8E518A4CF1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4.437" v="204" actId="478"/>
          <ac:picMkLst>
            <pc:docMk/>
            <pc:sldMk cId="0" sldId="267"/>
            <ac:picMk id="36" creationId="{73F6D37F-F5F4-6581-D4C3-0D6D2153AEF3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2.013" v="203" actId="1076"/>
        <pc:sldMkLst>
          <pc:docMk/>
          <pc:sldMk cId="0" sldId="268"/>
        </pc:sldMkLst>
        <pc:spChg chg="add mod">
          <ac:chgData name="Inter Institutional Inclusive  Innovations Center" userId="8f0f2a58-4f3c-47a5-9304-113b24e1e584" providerId="ADAL" clId="{7C429524-839A-4DDC-9EAA-B9B6CA7C8F65}" dt="2026-07-23T09:24:36.582" v="159" actId="1076"/>
          <ac:spMkLst>
            <pc:docMk/>
            <pc:sldMk cId="0" sldId="268"/>
            <ac:spMk id="30" creationId="{89A93441-4E5C-0FCA-6BDD-16AB2E1B711C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2.013" v="203" actId="1076"/>
          <ac:picMkLst>
            <pc:docMk/>
            <pc:sldMk cId="0" sldId="268"/>
            <ac:picMk id="31" creationId="{73E0C32B-9271-FA34-86BB-7D95EB5AB34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9.304" v="201" actId="478"/>
          <ac:picMkLst>
            <pc:docMk/>
            <pc:sldMk cId="0" sldId="268"/>
            <ac:picMk id="32" creationId="{10A4E146-7FDB-FFE9-9526-3614562D8544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7.385" v="200" actId="478"/>
          <ac:picMkLst>
            <pc:docMk/>
            <pc:sldMk cId="0" sldId="268"/>
            <ac:picMk id="34" creationId="{616214A5-37D4-FB21-7202-26AFB342A299}"/>
          </ac:picMkLst>
        </pc:picChg>
      </pc:sldChg>
      <pc:sldMasterChg chg="modSldLayout">
        <pc:chgData name="Inter Institutional Inclusive  Innovations Center" userId="8f0f2a58-4f3c-47a5-9304-113b24e1e584" providerId="ADAL" clId="{7C429524-839A-4DDC-9EAA-B9B6CA7C8F65}" dt="2026-07-23T09:22:53.132" v="135" actId="1076"/>
        <pc:sldMasterMkLst>
          <pc:docMk/>
          <pc:sldMasterMk cId="0" sldId="2147483648"/>
        </pc:sldMasterMkLst>
        <pc:sldLayoutChg chg="addSp delSp modSp mod">
          <pc:chgData name="Inter Institutional Inclusive  Innovations Center" userId="8f0f2a58-4f3c-47a5-9304-113b24e1e584" providerId="ADAL" clId="{7C429524-839A-4DDC-9EAA-B9B6CA7C8F65}" dt="2026-07-23T09:22:53.132" v="135" actId="1076"/>
          <pc:sldLayoutMkLst>
            <pc:docMk/>
            <pc:sldMasterMk cId="0" sldId="2147483648"/>
            <pc:sldLayoutMk cId="0" sldId="2147483649"/>
          </pc:sldLayoutMkLst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3" creationId="{670500D5-0C61-D368-3EA8-B0D70E76267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7" creationId="{8554604A-67D5-8651-A136-D9C527FB2A3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9" creationId="{29E90E54-6D65-ECF5-20F4-778E2350593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1" creationId="{070086D7-78C3-0DC3-34DD-D68141DA954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3" creationId="{A2E77B92-8008-BEFB-D609-FA2E3D4355C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5" creationId="{BDA6C487-A013-0BDD-3256-B049C59B30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7" creationId="{86CA69B4-C6E5-E2E4-A86B-E8053E9874F3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3" creationId="{4C7FD9C6-DB86-B335-81D3-D5591274E04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5" creationId="{9C2348A3-50E7-9624-EAF4-9ACFD3ABE5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7" creationId="{F81BDED9-60D5-649E-4AB6-5A7B541D9AA0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31" creationId="{2BD26DD0-A441-CDA1-C7C4-500C0B482AE4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47" creationId="{A5833BA1-7E68-EA56-E2F4-8F8311ABF75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49" creationId="{B9BD3167-D5BD-8B40-4555-84C7BD065A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57" creationId="{5061D844-37EB-548D-B973-C8018E42C215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65" creationId="{FDE11816-BE8D-2EA8-403C-EDD897CC888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7" creationId="{3779CD17-0018-CC60-6D0F-0933639C8E8F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9" creationId="{C8A72EB2-0C41-D852-59DA-E4EA48C4DC76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83" creationId="{6C9218A1-D90A-BA12-EF63-1B92669F6E38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85" creationId="{449C0B3C-3475-D922-9A12-C029E001B10F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3" creationId="{08A80940-BD2D-E549-ED9D-34BC817068A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5" creationId="{FECC3D97-6F4A-BC31-16FB-164D35CAFD27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9" creationId="{C6F62233-28CA-F7F7-27B0-76ED806DEE15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13" creationId="{3329D229-D178-066B-8117-18D8EC7F337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127" creationId="{F0D528F7-9BB6-65AC-0918-282E384814E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1" creationId="{EB893E23-FB1A-0D77-F65C-392B3A91CBBC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3" creationId="{A26E93F0-C6F6-73C1-E4FF-8B898B8250A6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53" creationId="{07D1DC4B-8695-07D8-8056-6A8BA7F332F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87" creationId="{FCA5CCE8-8E73-82EE-CB6B-ADB25409BFB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1" creationId="{500422FC-A5C6-6331-8965-69B3A3D859E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3" creationId="{85DE142B-F8AA-47A6-E761-6329FF37BFB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03" creationId="{5871EDFA-DBCB-D39E-C0AB-2C0B81A5382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13" creationId="{CBE53BBA-B6A7-D74B-87C7-2C5D8EEAA454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31" creationId="{E6A3F812-3BF4-9336-E57D-860E6A54F3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45" creationId="{68E228AD-385E-7895-2F11-2E8E1A4C209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53" creationId="{B226F5B6-1373-9263-48EC-924CF9FC868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69" creationId="{8C9230A6-A4D4-2C36-7EB2-ADA9A45F2699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79" creationId="{4F0EF51C-A9EC-FDE9-5978-4FD26B7D03A8}"/>
            </ac:spMkLst>
          </pc:spChg>
          <pc:picChg chg="mod">
            <ac:chgData name="Inter Institutional Inclusive  Innovations Center" userId="8f0f2a58-4f3c-47a5-9304-113b24e1e584" providerId="ADAL" clId="{7C429524-839A-4DDC-9EAA-B9B6CA7C8F65}" dt="2026-07-23T09:22:39.795" v="132" actId="1076"/>
            <ac:picMkLst>
              <pc:docMk/>
              <pc:sldMasterMk cId="0" sldId="2147483648"/>
              <pc:sldLayoutMk cId="0" sldId="2147483649"/>
              <ac:picMk id="33" creationId="{9C02DD19-DD7E-1634-0056-B0B673F6409D}"/>
            </ac:picMkLst>
          </pc:picChg>
          <pc:picChg chg="add mod">
            <ac:chgData name="Inter Institutional Inclusive  Innovations Center" userId="8f0f2a58-4f3c-47a5-9304-113b24e1e584" providerId="ADAL" clId="{7C429524-839A-4DDC-9EAA-B9B6CA7C8F65}" dt="2026-07-23T09:22:53.132" v="135" actId="1076"/>
            <ac:picMkLst>
              <pc:docMk/>
              <pc:sldMasterMk cId="0" sldId="2147483648"/>
              <pc:sldLayoutMk cId="0" sldId="2147483649"/>
              <ac:picMk id="282" creationId="{BD66A30C-A2DE-61B6-8B7B-4CF622680E59}"/>
            </ac:picMkLst>
          </pc:picChg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4.733" v="137" actId="6938"/>
        <pc:sldMasterMkLst>
          <pc:docMk/>
          <pc:sldMasterMk cId="1023542986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72539884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4814556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921258258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884839122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399709954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808508738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108363411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53536990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624862031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82232363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931480772" sldId="2147483661"/>
          </pc:sldLayoutMkLst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8.103" v="139" actId="6938"/>
        <pc:sldMasterMkLst>
          <pc:docMk/>
          <pc:sldMasterMk cId="1372952111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105982335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008508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77606852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208342861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96227509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80754746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973874357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68563839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165239747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58272975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622961263" sldId="2147483661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2.png"/><Relationship Id="rId10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12.png"/><Relationship Id="rId1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580644" y="3517697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151376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team can have up to 4 members including the team leader. Add rows if necessary.</a:t>
            </a:r>
            <a:endParaRPr lang="en-US" sz="1000" b="1" dirty="0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 NeuroGate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3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NeuroGate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Divya Kalappanavar</a:t>
            </a:r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2024</a:t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Dhanya M</a:t>
            </a:r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2024</a:t>
            </a:r>
            <a:endParaRPr lang="en-US" sz="1100" dirty="0"/>
          </a:p>
        </p:txBody>
      </p:sp>
      <p:sp>
        <p:nvSpPr>
          <p:cNvPr id="59" name="Text 50"/>
          <p:cNvSpPr txBox="1"/>
          <p:nvPr/>
        </p:nvSpPr>
        <p:spPr>
          <a:xfrm>
            <a:off x="4080053" y="3181198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Hemanthgouda N</a:t>
            </a:r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2024</a:t>
            </a:r>
            <a:endParaRPr lang="en-US" sz="1100" dirty="0"/>
          </a:p>
        </p:txBody>
      </p:sp>
      <p:sp>
        <p:nvSpPr>
          <p:cNvPr id="61" name="Text 52"/>
          <p:cNvSpPr txBox="1"/>
          <p:nvPr/>
        </p:nvSpPr>
        <p:spPr>
          <a:xfrm>
            <a:off x="4080053" y="3636569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Manoj B</a:t>
            </a:r>
          </a:p>
        </p:txBody>
      </p:sp>
      <p:sp>
        <p:nvSpPr>
          <p:cNvPr id="62" name="Text 53"/>
          <p:cNvSpPr txBox="1"/>
          <p:nvPr/>
        </p:nvSpPr>
        <p:spPr>
          <a:xfrm>
            <a:off x="8492033" y="363656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2024</a:t>
            </a:r>
            <a:endParaRPr lang="en-US" sz="1100" dirty="0"/>
          </a:p>
        </p:txBody>
      </p:sp>
      <p:sp>
        <p:nvSpPr>
          <p:cNvPr id="63" name="Text 54"/>
          <p:cNvSpPr txBox="1"/>
          <p:nvPr/>
        </p:nvSpPr>
        <p:spPr>
          <a:xfrm>
            <a:off x="923544" y="51526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 M University</a:t>
            </a:r>
            <a:endParaRPr lang="en-US" sz="1200" dirty="0"/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+91 9110461904</a:t>
            </a:r>
            <a:endParaRPr lang="en-US" sz="1200" dirty="0"/>
          </a:p>
        </p:txBody>
      </p:sp>
      <p:sp>
        <p:nvSpPr>
          <p:cNvPr id="65" name="Text 56"/>
          <p:cNvSpPr txBox="1"/>
          <p:nvPr/>
        </p:nvSpPr>
        <p:spPr>
          <a:xfrm>
            <a:off x="6344107" y="6038698"/>
            <a:ext cx="1886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divyakalappanavar43@gmail.com</a:t>
            </a:r>
            <a:endParaRPr lang="en-US" sz="1200" dirty="0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62773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Selected Problem: AI-Based Restoration of Degraded Images for Semiconductor Inspection (KLA)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768242"/>
            <a:ext cx="102677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06901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283050"/>
            <a:ext cx="896843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Semiconductor inspection images can suffer from speckle noise, Gaussian blur/degradation and reduced resolution.
• Combined degradation can hide fine structures that are important for inspection.
• Restoration must improve image quality without erasing or hallucinating inspection-critical details.
• The solution must also generalize to unseen image sources and remain computationally practical.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 - 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83941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 a brief summary of your idea, including the key concept and approach. Provide a brief overview of your solution and how it addresses the problem statement.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61949" y="4060850"/>
            <a:ext cx="10267798" cy="895198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62202" y="4261104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62202" y="4528109"/>
            <a:ext cx="7677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NeuroGate proposes DefectSafe-Restore: an inspection-aware AI restoration framework.
• Degradation-aware analysis estimates the dominant degradation pattern.
• Adaptive restoration performs denoising and super-resolution.
• An Evidence Guard protects fine, inspection-critical structures during restoration.
• A confidence map identifies regions where restoration is uncertain.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1949" y="5108753"/>
            <a:ext cx="10267798" cy="895198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162202" y="5309006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62202" y="5575097"/>
            <a:ext cx="8458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Degraded grayscale image → Degradation Analyzer → Adaptive Restoration → Evidence Guard → Confidence Map → Restored image.
The system is trained not only for reconstruction quality, but also to preserve small structural evidence that could be lost by aggressive denoising.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-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your idea in detail. Include the methodology, technologies involved, and how it addresses the chosen problem statement.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134002"/>
            <a:ext cx="102677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372661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648810"/>
            <a:ext cx="899678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Prepare paired clean/degraded grayscale images.
2. Generate controlled combinations of speckle, Gaussian blur/degradation and downsampling during training.
3. Train a degradation-aware restoration network.
4. Add edge/frequency preservation and evidence-preservation objectives.
5. Evaluate using PSNR, SSIM, LPIPS and inference time.
6. Test robustness on unseen degradation combinations and sources.
7. Export a standalone inference/evaluation pipeline for reproducibility.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5029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Architecture: Input → Degradation Analyzer → Adaptive Restoration Core → Evidence Guard → Confidence Map →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Highlight what makes your idea unique or innovative compared to existing solutions.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845052"/>
            <a:ext cx="5020056" cy="1429207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82796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349801"/>
            <a:ext cx="44293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Inspection-aware restoration rather than generic image enhancement.
• Evidence Guard explicitly protects fine structural information during reconstruction.
• Synthetic micro-structure probes during training measure whether restoration destroys small evidence.
• Confidence-aware output highlights uncertain regions instead of presenting hallucinated detail as fact.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10605" y="3845052"/>
            <a:ext cx="5020056" cy="1429207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448349" y="4082796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9" y="4349801"/>
            <a:ext cx="42391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Optimizes restoration quality and evidence preservation together.
• Adaptive processing targets the actual degradation instead of applying one fixed restoration behaviour.
• Designed for unseen degradation/source conditions.
• Uses measurable quality, evidence-preservation and speed metrics for transparent comparison.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239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Explain how your solution will make an impact, such as improving </a:t>
            </a:r>
            <a:r>
              <a:rPr lang="en-US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</a:t>
            </a: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reducing costs, increasing efficiency, or solving other challenges.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210812"/>
            <a:ext cx="5020056" cy="1200607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00607" y="4486961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6698" y="4448556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200607" y="4791456"/>
            <a:ext cx="41486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Improves restoration quality while reducing the risk of losing inspection-critical fine structures.</a:t>
            </a:r>
          </a:p>
        </p:txBody>
      </p:sp>
      <p:sp>
        <p:nvSpPr>
          <p:cNvPr id="21" name="Shape 14"/>
          <p:cNvSpPr/>
          <p:nvPr/>
        </p:nvSpPr>
        <p:spPr>
          <a:xfrm>
            <a:off x="6210605" y="4210812"/>
            <a:ext cx="5020056" cy="1200607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448349" y="4486961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34556" y="4448556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6448349" y="4791456"/>
            <a:ext cx="39867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PSNR: higher is better
• SSIM: higher is better
• LPIPS: lower is better
• Evidence Preservation Score: higher is better
• Inference time per image: lower is better
• OOD/generalization performance on unseen degradation/source conditions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26954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44053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62049" y="2287829"/>
            <a:ext cx="9344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the technologies, methodologies, or tools you plan to use to implement your idea.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762049" y="3238805"/>
            <a:ext cx="94676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2000707" y="3477463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2000707" y="3753612"/>
            <a:ext cx="87489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Software: Python, PyTorch, OpenCV, NumPy, Pillow, scikit-image.
Model: lightweight degradation-aware restoration network with adaptive reconstruction, evidence-preservation objectives and confidence estimation.
Training: GPU-based training using paired data and controlled degradation augmentation.
Evaluation: PSNR, SSIM, LPIPS, evidence-preservation tests and inference-time benchmarking.
Feasibility: modular architecture allows a baseline model to be developed first, followed by the proposed evidence-aware modules.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619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2481682" y="5451653"/>
            <a:ext cx="256946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861718" y="5823814"/>
            <a:ext cx="1608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Architecture: Input → Degradation Analysis → Restoration → Evidence Guard → Confidence → Output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448556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82005" y="5451653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287061" y="5823814"/>
            <a:ext cx="1722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Components: GPU-enabled training environment; deployment target kept lightweight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79342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67698" y="5451653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919058" y="5823814"/>
            <a:ext cx="1436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Development Tools: Google Colab, Python/PyTorch, GitHub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735</Words>
  <Application>Microsoft Office PowerPoint</Application>
  <PresentationFormat>Widescreen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Poppins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Inter Institutional Inclusive  Innovations Center</cp:lastModifiedBy>
  <cp:revision>2</cp:revision>
  <dcterms:created xsi:type="dcterms:W3CDTF">2026-01-15T05:38:47Z</dcterms:created>
  <dcterms:modified xsi:type="dcterms:W3CDTF">2026-07-24T04:52:04Z</dcterms:modified>
</cp:coreProperties>
</file>